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583905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02d8f5e645f824d14ed543a6a86e09f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4308511" y="0"/>
          <a:ext cx="4835489" cy="6877050"/>
          <a:chOff x="4308511" y="0"/>
          <a:chExt cx="4835489" cy="6877050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511" y="0"/>
            <a:ext cx="526977" cy="6877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92">
  <a:themeElements>
    <a:clrScheme name="Theme9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2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Slides>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2026-04-22T01:53:04Z</dcterms:created>
  <dcterms:modified xsi:type="dcterms:W3CDTF">2026-04-22T01:53:04Z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